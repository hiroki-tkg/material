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今後の方針を共有する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8213" y="1945532"/>
            <a:ext cx="3242553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合宿の目的  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2431915"/>
            <a:ext cx="1621277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8213" y="3810000"/>
            <a:ext cx="7782128" cy="72957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8213" y="1945532"/>
            <a:ext cx="3242553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合宿の目的  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2431915"/>
            <a:ext cx="1621277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8213" y="3810000"/>
            <a:ext cx="7782128" cy="72957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8213" y="1945532"/>
            <a:ext cx="3242553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合宿の目的  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2431915"/>
            <a:ext cx="1621277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8213" y="3810000"/>
            <a:ext cx="7782128" cy="72957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今後の方針を共有する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AP/AFは自社EC＋モール、税抜（小松資料）。ハナイチは税抜・植木鉢＋生花ほか（比須田資料）。全社合計・イネイブラー／3PLは次ページ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259404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売上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453957" y="2010383"/>
            <a:ext cx="2594043" cy="1621277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957" y="2010383"/>
            <a:ext cx="2594043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553" y="1588851"/>
            <a:ext cx="259404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営業利益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2553" y="2010383"/>
            <a:ext cx="2594043" cy="1621277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2553" y="2010383"/>
            <a:ext cx="2594043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1149" y="1588851"/>
            <a:ext cx="259404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イネイブラー／3PL 売上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149" y="2010383"/>
            <a:ext cx="2594043" cy="1621277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1149" y="2010383"/>
            <a:ext cx="2594043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（数字を入れたら、この1行を主張文に差し替え）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決算確定値で差し替え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362" y="3239851"/>
            <a:ext cx="778213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1234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5830" y="2431915"/>
            <a:ext cx="778213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3702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638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3660" y="4539574"/>
            <a:ext cx="243191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2553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2553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957" y="3214760"/>
            <a:ext cx="778213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830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8766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426" y="2431915"/>
            <a:ext cx="778213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229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23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72255" y="4539574"/>
            <a:ext cx="2431915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42553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1149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1149" y="2010383"/>
            <a:ext cx="2594043" cy="2529191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1149" y="2010383"/>
            <a:ext cx="2594043" cy="2529191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40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  <a:p>
            <a:pPr algn="ctr">
              <a:lnSpc>
                <a:spcPct val="140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（黒字化）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1475362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58894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842426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025957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209489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393021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41570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452336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6631021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