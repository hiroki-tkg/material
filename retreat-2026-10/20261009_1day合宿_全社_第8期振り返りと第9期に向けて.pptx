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第8期（2025年10月〜2026年9月）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848255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8.34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966936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売上総利益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226340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5.02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57" y="434502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粗利率 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957" y="1361872"/>
            <a:ext cx="324255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月次売上　単位：百万円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1957" y="3443504"/>
            <a:ext cx="324255" cy="142032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0894" y="3216526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894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9702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638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63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11月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447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6383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6383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12月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5191" y="2961265"/>
            <a:ext cx="324255" cy="190256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128" y="2734287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12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2936" y="3549069"/>
            <a:ext cx="324255" cy="131476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1872" y="332209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7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90681" y="3244371"/>
            <a:ext cx="324255" cy="161945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09617" y="301739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9617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8426" y="2503018"/>
            <a:ext cx="324255" cy="236081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7362" y="227604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736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4月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66170" y="2188723"/>
            <a:ext cx="324255" cy="267510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5106" y="19617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510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3915" y="3376327"/>
            <a:ext cx="324255" cy="1487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22851" y="314934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851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6月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41660" y="3385923"/>
            <a:ext cx="324255" cy="147790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596" y="31589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59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79404" y="3455500"/>
            <a:ext cx="324255" cy="140833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8340" y="322852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8340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17149" y="3287556"/>
            <a:ext cx="324255" cy="157627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36085" y="306057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36085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37106" y="4863830"/>
            <a:ext cx="5252937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5月に、創業以来はじめて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月商1億円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を超えた。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試算表（2026/10/8時点）の暫定値・決算整理前。9月は棚卸未反映。売上高は決算整理▲404万円を含む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サービス開始からの推移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四半期の売上（事業別）　単位：百万円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8085" y="1378085"/>
            <a:ext cx="129702" cy="12970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82638" y="1329447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PLANTS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4043" y="1378085"/>
            <a:ext cx="129702" cy="12970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596" y="1329447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FLOWER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0" y="1378085"/>
            <a:ext cx="129702" cy="12970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4553" y="1329447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660" y="4919778"/>
            <a:ext cx="251298" cy="2511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809" y="4709012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8447" y="4846615"/>
            <a:ext cx="251298" cy="9827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596" y="4635849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13234" y="4752704"/>
            <a:ext cx="251298" cy="19218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13234" y="4749428"/>
            <a:ext cx="251298" cy="327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8383" y="4538662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78021" y="4695921"/>
            <a:ext cx="251298" cy="248973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78021" y="4671897"/>
            <a:ext cx="251298" cy="24024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3170" y="4461131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42809" y="4670805"/>
            <a:ext cx="251298" cy="27408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42809" y="4593274"/>
            <a:ext cx="251298" cy="7753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7957" y="4382508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7596" y="4636954"/>
            <a:ext cx="251298" cy="30794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07596" y="4606378"/>
            <a:ext cx="251298" cy="3057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42745" y="4395612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72383" y="4592182"/>
            <a:ext cx="251298" cy="35271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2383" y="4547411"/>
            <a:ext cx="251298" cy="4477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07532" y="4336645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37170" y="4491720"/>
            <a:ext cx="251298" cy="45317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37170" y="4425109"/>
            <a:ext cx="251298" cy="6661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72319" y="4214343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1957" y="4311542"/>
            <a:ext cx="251298" cy="63335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01957" y="4126997"/>
            <a:ext cx="251298" cy="184545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7106" y="3916231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66745" y="4263495"/>
            <a:ext cx="251298" cy="68139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66745" y="4173952"/>
            <a:ext cx="251298" cy="89543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01894" y="3963186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1532" y="4235103"/>
            <a:ext cx="251298" cy="70979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31532" y="4117169"/>
            <a:ext cx="251298" cy="117934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6681" y="3906403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6319" y="3955555"/>
            <a:ext cx="251298" cy="98933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96319" y="3736066"/>
            <a:ext cx="251298" cy="219489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96319" y="3729514"/>
            <a:ext cx="251298" cy="655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1468" y="3518748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61106" y="3659627"/>
            <a:ext cx="251298" cy="128526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1106" y="3206453"/>
            <a:ext cx="251298" cy="453174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61106" y="3161682"/>
            <a:ext cx="251298" cy="4477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96255" y="2950916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163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25894" y="3638880"/>
            <a:ext cx="251298" cy="13060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25894" y="3342952"/>
            <a:ext cx="251298" cy="295928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25894" y="3263237"/>
            <a:ext cx="251298" cy="79715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1043" y="3052471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90681" y="3743710"/>
            <a:ext cx="251298" cy="120118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90681" y="3382263"/>
            <a:ext cx="251298" cy="361447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90681" y="3350595"/>
            <a:ext cx="251298" cy="31668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5830" y="3139830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146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55468" y="3356055"/>
            <a:ext cx="251298" cy="158883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55468" y="2957481"/>
            <a:ext cx="251298" cy="398575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055468" y="2895238"/>
            <a:ext cx="251298" cy="6224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90617" y="2684472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20255" y="3077599"/>
            <a:ext cx="251298" cy="186729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20255" y="2462812"/>
            <a:ext cx="251298" cy="614788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20255" y="2344877"/>
            <a:ext cx="251298" cy="11793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5404" y="2134111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238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85043" y="3544969"/>
            <a:ext cx="251298" cy="139992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785043" y="3155130"/>
            <a:ext cx="251298" cy="389839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785043" y="3035012"/>
            <a:ext cx="251298" cy="120118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20191" y="2824246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49830" y="3654167"/>
            <a:ext cx="251298" cy="12907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49830" y="3205361"/>
            <a:ext cx="251298" cy="44880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49830" y="3124555"/>
            <a:ext cx="251298" cy="8080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84979" y="2913789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167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14617" y="3401919"/>
            <a:ext cx="251298" cy="154297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14617" y="2996792"/>
            <a:ext cx="251298" cy="40512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514617" y="2888686"/>
            <a:ext cx="251298" cy="10810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49766" y="2677920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879404" y="3066679"/>
            <a:ext cx="251298" cy="18782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879404" y="2340509"/>
            <a:ext cx="251298" cy="72617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879404" y="2188723"/>
            <a:ext cx="251298" cy="15178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14553" y="1977957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4191" y="3506749"/>
            <a:ext cx="251298" cy="143814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244191" y="3203177"/>
            <a:ext cx="251298" cy="30357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44191" y="3031736"/>
            <a:ext cx="251298" cy="17144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79340" y="2820970"/>
            <a:ext cx="381000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175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18809" y="4944894"/>
            <a:ext cx="804153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26915" y="5042170"/>
            <a:ext cx="729574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第3期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256489" y="5009745"/>
            <a:ext cx="81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56489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256489" y="5042170"/>
            <a:ext cx="145914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第4期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715638" y="5009745"/>
            <a:ext cx="81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15638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2715638" y="5042170"/>
            <a:ext cx="145914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第5期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174787" y="5009745"/>
            <a:ext cx="81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174787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74787" y="5042170"/>
            <a:ext cx="145914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第6期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36" y="5009745"/>
            <a:ext cx="81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633936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633936" y="5042170"/>
            <a:ext cx="145914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093085" y="5009745"/>
            <a:ext cx="811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093085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7093085" y="5042170"/>
            <a:ext cx="145914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リリースから5年で、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四半期2.5億円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の規模になった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事業別 四半期エコノミクスの集計（注文日ベース・税抜）。全社の試算表とは集計基準が異なる。第3期は2021年4月〜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事業別の数字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766" y="3239851"/>
            <a:ext cx="972766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7915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851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948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463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357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362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927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927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8085" y="3214760"/>
            <a:ext cx="972766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3234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2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1480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9957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889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28681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6927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